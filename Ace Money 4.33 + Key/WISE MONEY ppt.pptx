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61B02-E55D-4A46-B429-D0258E31B0EF}" type="datetimeFigureOut">
              <a:rPr lang="en-US" smtClean="0"/>
              <a:pPr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CC426-A8FE-4000-AC6B-B34B0ED143C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WISE MONEY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SCOPE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is a financial management software used to schedule all our frequent transactions and keep our previous records.</a:t>
            </a:r>
          </a:p>
          <a:p>
            <a:r>
              <a:rPr lang="en-US" dirty="0" smtClean="0"/>
              <a:t>It is a web based application so that any valid user can access the software by login and can manage their account details.</a:t>
            </a:r>
          </a:p>
          <a:p>
            <a:r>
              <a:rPr lang="en-US" dirty="0" smtClean="0"/>
              <a:t>By utilizing this software user can easily manage the payee information to whom they pay the money.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If we want to combine any two payee, then we can merge them easily.</a:t>
            </a:r>
          </a:p>
          <a:p>
            <a:r>
              <a:rPr lang="en-US" dirty="0" smtClean="0"/>
              <a:t>It also </a:t>
            </a:r>
            <a:r>
              <a:rPr lang="en-US" dirty="0" smtClean="0"/>
              <a:t>has an </a:t>
            </a:r>
            <a:r>
              <a:rPr lang="en-US" dirty="0" smtClean="0"/>
              <a:t>update feature by which we can check current Indian currency value equivalent to other currency.</a:t>
            </a:r>
          </a:p>
          <a:p>
            <a:r>
              <a:rPr lang="en-US" dirty="0" smtClean="0"/>
              <a:t>It allows user to modify/delete an existing </a:t>
            </a:r>
            <a:r>
              <a:rPr lang="en-US" dirty="0" smtClean="0"/>
              <a:t>account.</a:t>
            </a:r>
            <a:endParaRPr lang="en-US" dirty="0" smtClean="0"/>
          </a:p>
          <a:p>
            <a:r>
              <a:rPr lang="en-US" dirty="0" smtClean="0"/>
              <a:t>There is another important feature called </a:t>
            </a:r>
            <a:r>
              <a:rPr lang="en-US" dirty="0" smtClean="0"/>
              <a:t>Schedule </a:t>
            </a:r>
            <a:r>
              <a:rPr lang="en-US" dirty="0" smtClean="0"/>
              <a:t>and </a:t>
            </a:r>
            <a:r>
              <a:rPr lang="en-US" dirty="0" smtClean="0"/>
              <a:t>calendar, these </a:t>
            </a:r>
            <a:r>
              <a:rPr lang="en-US" dirty="0" smtClean="0"/>
              <a:t>options are used to remind the user when to pay the amount with payee details.</a:t>
            </a:r>
          </a:p>
          <a:p>
            <a:r>
              <a:rPr lang="en-US" dirty="0" smtClean="0"/>
              <a:t>Finally we can able to view all our transaction information in the report format. 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ACCOUNTS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PORTFOLIO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BANKS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PAYEES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CATEGORIES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SCHEDULE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REPORTS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Accounts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It shows our entire transaction details.</a:t>
            </a:r>
          </a:p>
          <a:p>
            <a:r>
              <a:rPr lang="en-US" sz="2800" dirty="0" smtClean="0"/>
              <a:t>We can create a new account, modify/delete the existing one.</a:t>
            </a:r>
          </a:p>
          <a:p>
            <a:r>
              <a:rPr lang="en-US" sz="2800" dirty="0" smtClean="0"/>
              <a:t>While creating a new account the user can differentiate the account type like credit </a:t>
            </a:r>
            <a:r>
              <a:rPr lang="en-US" sz="2800" dirty="0" smtClean="0"/>
              <a:t>account, cash account, loan account or any other.</a:t>
            </a:r>
            <a:endParaRPr lang="en-US" sz="2800" dirty="0" smtClean="0"/>
          </a:p>
          <a:p>
            <a:r>
              <a:rPr lang="en-US" sz="2800" dirty="0" smtClean="0"/>
              <a:t>The user can update the Indian currency value </a:t>
            </a:r>
            <a:r>
              <a:rPr lang="en-US" sz="2800" dirty="0" smtClean="0"/>
              <a:t>equivalent </a:t>
            </a:r>
            <a:r>
              <a:rPr lang="en-US" sz="2800" dirty="0" smtClean="0"/>
              <a:t>to other currency </a:t>
            </a:r>
            <a:r>
              <a:rPr lang="en-US" sz="2800" dirty="0" smtClean="0"/>
              <a:t>here.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Portfolio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3"/>
          </a:xfrm>
        </p:spPr>
        <p:txBody>
          <a:bodyPr/>
          <a:lstStyle/>
          <a:p>
            <a:r>
              <a:rPr lang="en-US" sz="2800" dirty="0" smtClean="0"/>
              <a:t>This module is used to manage our investment related information like shares, mutual funds, bonds, real estate or any other investments.</a:t>
            </a:r>
          </a:p>
          <a:p>
            <a:r>
              <a:rPr lang="en-US" sz="2800" dirty="0" smtClean="0"/>
              <a:t>Here w</a:t>
            </a:r>
            <a:r>
              <a:rPr lang="en-US" sz="2800" dirty="0" smtClean="0"/>
              <a:t>e </a:t>
            </a:r>
            <a:r>
              <a:rPr lang="en-US" sz="2800" dirty="0" smtClean="0"/>
              <a:t>can save the whole information like buying and selling of shares, their dividends along with their prices.</a:t>
            </a:r>
          </a:p>
          <a:p>
            <a:r>
              <a:rPr lang="en-US" sz="2800" dirty="0" smtClean="0"/>
              <a:t>After saving the information the user can able to edit or delete the required fields.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sz="2800" dirty="0" smtClean="0"/>
              <a:t>It has an option called import, by using it we can upload </a:t>
            </a:r>
            <a:r>
              <a:rPr lang="en-US" sz="2800" dirty="0" smtClean="0"/>
              <a:t>some investment related </a:t>
            </a:r>
            <a:r>
              <a:rPr lang="en-US" sz="2800" dirty="0" smtClean="0"/>
              <a:t>information files to the portfolio.</a:t>
            </a:r>
          </a:p>
          <a:p>
            <a:r>
              <a:rPr lang="en-US" sz="2800" dirty="0" smtClean="0"/>
              <a:t>Investment details are available in the graph format, so that we can easily understand our investments and transactions.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Bank 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User can create a new bank account by using this module.</a:t>
            </a:r>
          </a:p>
          <a:p>
            <a:r>
              <a:rPr lang="en-US" sz="2800" dirty="0" smtClean="0"/>
              <a:t>The bank module </a:t>
            </a:r>
            <a:r>
              <a:rPr lang="en-US" sz="2800" dirty="0" smtClean="0"/>
              <a:t>consists of </a:t>
            </a:r>
            <a:r>
              <a:rPr lang="en-US" sz="2800" dirty="0" smtClean="0"/>
              <a:t>various bank details with their complete information along with their website URL information.</a:t>
            </a:r>
          </a:p>
          <a:p>
            <a:r>
              <a:rPr lang="en-US" sz="2800" dirty="0" smtClean="0"/>
              <a:t>After adding the new bank, if the user wants to update any fields</a:t>
            </a:r>
            <a:r>
              <a:rPr lang="en-US" sz="2800" dirty="0" smtClean="0"/>
              <a:t>, then he </a:t>
            </a:r>
            <a:r>
              <a:rPr lang="en-US" sz="2800" dirty="0" smtClean="0"/>
              <a:t>can easily </a:t>
            </a:r>
            <a:r>
              <a:rPr lang="en-US" sz="2800" dirty="0" smtClean="0"/>
              <a:t>do it.</a:t>
            </a:r>
            <a:endParaRPr lang="en-US" sz="2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Also we can delete the account which is not used for the long time.</a:t>
            </a:r>
          </a:p>
          <a:p>
            <a:r>
              <a:rPr lang="en-US" sz="2800" dirty="0" smtClean="0"/>
              <a:t>The bank module also has IMPORT option, here we can upload the file which contains our bank related information.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dirty="0"/>
              <a:t>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Payee 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This module is used to manage the payee information.</a:t>
            </a:r>
          </a:p>
          <a:p>
            <a:r>
              <a:rPr lang="en-US" sz="2800" dirty="0" smtClean="0"/>
              <a:t>User can create a new payee(either active or inactive) along with all information.</a:t>
            </a:r>
          </a:p>
          <a:p>
            <a:r>
              <a:rPr lang="en-US" sz="2800" dirty="0" smtClean="0"/>
              <a:t>After adding a payee we can modify/delete the existing payee.</a:t>
            </a:r>
          </a:p>
          <a:p>
            <a:r>
              <a:rPr lang="en-US" sz="2800" dirty="0" smtClean="0"/>
              <a:t>If we want to merge the two payee information, we can </a:t>
            </a:r>
            <a:r>
              <a:rPr lang="en-US" sz="2800" dirty="0" smtClean="0"/>
              <a:t>merge them.</a:t>
            </a:r>
            <a:endParaRPr lang="en-US" sz="2800" dirty="0" smtClean="0"/>
          </a:p>
          <a:p>
            <a:r>
              <a:rPr lang="en-US" sz="2800" dirty="0" smtClean="0"/>
              <a:t>In this sub module, the </a:t>
            </a:r>
            <a:r>
              <a:rPr lang="en-US" sz="2800" dirty="0" smtClean="0"/>
              <a:t>user can view the income and expense from the payee along with chart.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Category 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Category module is used to manage the payees by category wise, for that user can able to create a new category.</a:t>
            </a:r>
          </a:p>
          <a:p>
            <a:r>
              <a:rPr lang="en-US" sz="2800" dirty="0" smtClean="0"/>
              <a:t>While creating the category </a:t>
            </a:r>
            <a:r>
              <a:rPr lang="en-US" sz="2800" dirty="0" smtClean="0"/>
              <a:t>details, user </a:t>
            </a:r>
            <a:r>
              <a:rPr lang="en-US" sz="2800" dirty="0" smtClean="0"/>
              <a:t>can able </a:t>
            </a:r>
            <a:r>
              <a:rPr lang="en-US" sz="2800" dirty="0" smtClean="0"/>
              <a:t>to </a:t>
            </a:r>
            <a:r>
              <a:rPr lang="en-US" sz="2800" dirty="0" smtClean="0"/>
              <a:t>add additional information like budget details, income and expense limit along with duration.</a:t>
            </a:r>
          </a:p>
          <a:p>
            <a:r>
              <a:rPr lang="en-US" sz="2800" dirty="0" smtClean="0"/>
              <a:t>Once a category created then we can </a:t>
            </a:r>
            <a:r>
              <a:rPr lang="en-US" sz="2800" dirty="0" smtClean="0"/>
              <a:t>modify them easily.</a:t>
            </a:r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If we want to combine two category information then we can merge them easily.</a:t>
            </a:r>
          </a:p>
          <a:p>
            <a:r>
              <a:rPr lang="en-US" sz="2800" dirty="0" smtClean="0"/>
              <a:t>Category wise income or expense and total amount can be viewed with pictorial representations.</a:t>
            </a:r>
          </a:p>
          <a:p>
            <a:r>
              <a:rPr lang="en-US" sz="2800" dirty="0" smtClean="0"/>
              <a:t>Here also we can upload the </a:t>
            </a:r>
            <a:r>
              <a:rPr lang="en-US" sz="2800" dirty="0" smtClean="0"/>
              <a:t>information file to a category.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Schedule 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fontScale="92500"/>
          </a:bodyPr>
          <a:lstStyle/>
          <a:p>
            <a:r>
              <a:rPr lang="en-US" sz="2800" dirty="0" smtClean="0"/>
              <a:t>This module is used to schedule the transaction between the account holder </a:t>
            </a:r>
            <a:r>
              <a:rPr lang="en-US" sz="2800" dirty="0" smtClean="0"/>
              <a:t>and </a:t>
            </a:r>
            <a:r>
              <a:rPr lang="en-US" sz="2800" dirty="0" smtClean="0"/>
              <a:t>the payee or wise versa.</a:t>
            </a:r>
          </a:p>
          <a:p>
            <a:r>
              <a:rPr lang="en-US" sz="2800" dirty="0" smtClean="0"/>
              <a:t>By using this module, user can able </a:t>
            </a:r>
            <a:r>
              <a:rPr lang="en-US" sz="2800" dirty="0" smtClean="0"/>
              <a:t>to </a:t>
            </a:r>
            <a:r>
              <a:rPr lang="en-US" sz="2800" dirty="0" smtClean="0"/>
              <a:t>schedule </a:t>
            </a:r>
            <a:r>
              <a:rPr lang="en-US" sz="2800" dirty="0" smtClean="0"/>
              <a:t>next </a:t>
            </a:r>
            <a:r>
              <a:rPr lang="en-US" sz="2800" dirty="0" smtClean="0"/>
              <a:t>transaction date and transaction frequency along with transaction type to the respective payee also with scheduled amount.</a:t>
            </a:r>
          </a:p>
          <a:p>
            <a:r>
              <a:rPr lang="en-US" sz="2800" dirty="0" smtClean="0"/>
              <a:t>Another important feature is an alert will send through email to the authorized user before due date.</a:t>
            </a:r>
          </a:p>
          <a:p>
            <a:r>
              <a:rPr lang="en-US" sz="2800" dirty="0" smtClean="0"/>
              <a:t>Well defined calendar is available here, which is very useful </a:t>
            </a:r>
            <a:r>
              <a:rPr lang="en-US" sz="2800" dirty="0" smtClean="0"/>
              <a:t>while we </a:t>
            </a:r>
            <a:r>
              <a:rPr lang="en-US" sz="2800" dirty="0" smtClean="0"/>
              <a:t>scheduling our transactions.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Report module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Report module is used to view the financial transaction as a report format.</a:t>
            </a:r>
          </a:p>
          <a:p>
            <a:r>
              <a:rPr lang="en-US" sz="2800" dirty="0" smtClean="0"/>
              <a:t>User can able to generate the various reports like ,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 smtClean="0"/>
              <a:t>      Last 30 days transaction report,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 smtClean="0"/>
              <a:t>      Spending by account holder.           </a:t>
            </a:r>
            <a:r>
              <a:rPr lang="en-US" sz="2800" dirty="0"/>
              <a:t> </a:t>
            </a:r>
            <a:r>
              <a:rPr lang="en-US" sz="2800" dirty="0" smtClean="0"/>
              <a:t>                     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 smtClean="0"/>
              <a:t>      </a:t>
            </a:r>
            <a:r>
              <a:rPr lang="en-US" sz="2800" dirty="0"/>
              <a:t>C</a:t>
            </a:r>
            <a:r>
              <a:rPr lang="en-US" sz="2800" dirty="0" smtClean="0"/>
              <a:t>ategory wise report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 smtClean="0"/>
              <a:t>      Payee wise report.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 smtClean="0"/>
              <a:t>      Investment wise report.</a:t>
            </a:r>
          </a:p>
          <a:p>
            <a:r>
              <a:rPr lang="en-US" sz="2800" dirty="0" smtClean="0"/>
              <a:t>In this module we can </a:t>
            </a:r>
            <a:r>
              <a:rPr lang="en-US" sz="2800" dirty="0" smtClean="0"/>
              <a:t>export </a:t>
            </a:r>
            <a:r>
              <a:rPr lang="en-US" sz="2800" dirty="0" smtClean="0"/>
              <a:t>the report in the word or excel format.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741</Words>
  <Application>Microsoft Office PowerPoint</Application>
  <PresentationFormat>On-screen Show (4:3)</PresentationFormat>
  <Paragraphs>62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WISE MONEY</vt:lpstr>
      <vt:lpstr>SCOPE</vt:lpstr>
      <vt:lpstr>Slide 3</vt:lpstr>
      <vt:lpstr>MODULE</vt:lpstr>
      <vt:lpstr>Accounts</vt:lpstr>
      <vt:lpstr>Portfolio</vt:lpstr>
      <vt:lpstr>Slide 7</vt:lpstr>
      <vt:lpstr>Bank module</vt:lpstr>
      <vt:lpstr>Slide 9</vt:lpstr>
      <vt:lpstr> Payee module</vt:lpstr>
      <vt:lpstr>Category module</vt:lpstr>
      <vt:lpstr>Slide 12</vt:lpstr>
      <vt:lpstr>Schedule module</vt:lpstr>
      <vt:lpstr>Report module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WISE MONEY</dc:title>
  <dc:creator>welcome</dc:creator>
  <cp:lastModifiedBy>welcome</cp:lastModifiedBy>
  <cp:revision>34</cp:revision>
  <dcterms:created xsi:type="dcterms:W3CDTF">2020-08-18T17:20:06Z</dcterms:created>
  <dcterms:modified xsi:type="dcterms:W3CDTF">2020-09-02T19:30:34Z</dcterms:modified>
</cp:coreProperties>
</file>