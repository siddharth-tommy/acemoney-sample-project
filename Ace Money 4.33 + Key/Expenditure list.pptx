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6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5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65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2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6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7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4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5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FFAF2-3D1C-4341-9B53-A094E460772A}" type="datetimeFigureOut">
              <a:rPr lang="en-US" smtClean="0"/>
              <a:t>18-Aug-20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12C6-1EE2-41B5-866E-2A7AF4C8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3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EXPENDITURE SOFTWARE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6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439"/>
            <a:ext cx="10515600" cy="4351338"/>
          </a:xfrm>
        </p:spPr>
        <p:txBody>
          <a:bodyPr>
            <a:no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This software is used to manage information about financial transactions between the individual person or the company.</a:t>
            </a:r>
            <a:endParaRPr lang="en-US" sz="2400" dirty="0" smtClean="0"/>
          </a:p>
          <a:p>
            <a:r>
              <a:rPr lang="en-US" sz="2400" dirty="0" smtClean="0"/>
              <a:t>It can able to deposit or withdraw or transfer details and to share or investment oriented information.</a:t>
            </a:r>
          </a:p>
          <a:p>
            <a:r>
              <a:rPr lang="en-US" sz="2400" dirty="0" smtClean="0"/>
              <a:t>This is a web based application so that any user account holder can able to login and acces</a:t>
            </a:r>
            <a:r>
              <a:rPr lang="en-US" sz="2400" dirty="0" smtClean="0"/>
              <a:t>s their account information.</a:t>
            </a:r>
          </a:p>
          <a:p>
            <a:r>
              <a:rPr lang="en-US" sz="2400" dirty="0" smtClean="0"/>
              <a:t>It can easily manage the payee information to whom want to pay money and easily schedule their transactions for the payee.</a:t>
            </a:r>
          </a:p>
          <a:p>
            <a:r>
              <a:rPr lang="en-US" sz="2400" dirty="0" smtClean="0"/>
              <a:t>It can update the Indian currency value equivalent to other country.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53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Bill section is slightly optimized here.</a:t>
            </a:r>
          </a:p>
          <a:p>
            <a:r>
              <a:rPr lang="en-US" dirty="0"/>
              <a:t>We having calendar for scheduling our transactions.</a:t>
            </a:r>
          </a:p>
          <a:p>
            <a:r>
              <a:rPr lang="en-US" dirty="0"/>
              <a:t>We can import list of investments from a CSV file.</a:t>
            </a:r>
          </a:p>
          <a:p>
            <a:r>
              <a:rPr lang="en-US" dirty="0"/>
              <a:t>If we want to combine two payee or two category information then we can merge them easily. .</a:t>
            </a:r>
          </a:p>
          <a:p>
            <a:r>
              <a:rPr lang="en-US" dirty="0"/>
              <a:t>The Financial transactions can be viewed using report format.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3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Accounts</a:t>
            </a:r>
          </a:p>
          <a:p>
            <a:r>
              <a:rPr lang="en-US" dirty="0" smtClean="0"/>
              <a:t>Portfolio</a:t>
            </a:r>
          </a:p>
          <a:p>
            <a:r>
              <a:rPr lang="en-US" dirty="0" smtClean="0"/>
              <a:t>Banks</a:t>
            </a:r>
          </a:p>
          <a:p>
            <a:r>
              <a:rPr lang="en-US" dirty="0" smtClean="0"/>
              <a:t>Payees</a:t>
            </a:r>
          </a:p>
          <a:p>
            <a:r>
              <a:rPr lang="en-US" dirty="0" smtClean="0"/>
              <a:t>Categories</a:t>
            </a:r>
          </a:p>
          <a:p>
            <a:r>
              <a:rPr lang="en-US" dirty="0" smtClean="0"/>
              <a:t>Schedule</a:t>
            </a:r>
          </a:p>
          <a:p>
            <a:r>
              <a:rPr lang="en-US" dirty="0" smtClean="0"/>
              <a:t>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2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1" dirty="0" smtClean="0"/>
              <a:t>Accounts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This account is used to create a new account, modify and delete the existing account.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It can view the account transaction and hide the unwanted accounts.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It show/hide,</a:t>
            </a:r>
          </a:p>
          <a:p>
            <a:pPr marL="514350" indent="-514350">
              <a:buAutoNum type="arabicPeriod"/>
            </a:pPr>
            <a:r>
              <a:rPr lang="en-US" dirty="0" smtClean="0"/>
              <a:t>Account numbers</a:t>
            </a:r>
          </a:p>
          <a:p>
            <a:pPr marL="514350" indent="-514350">
              <a:buAutoNum type="arabicPeriod"/>
            </a:pPr>
            <a:r>
              <a:rPr lang="en-US" dirty="0" smtClean="0"/>
              <a:t>Closed account</a:t>
            </a:r>
          </a:p>
          <a:p>
            <a:pPr marL="514350" indent="-514350">
              <a:buAutoNum type="arabicPeriod"/>
            </a:pPr>
            <a:r>
              <a:rPr lang="en-US" dirty="0"/>
              <a:t>A</a:t>
            </a:r>
            <a:r>
              <a:rPr lang="en-US" dirty="0" smtClean="0"/>
              <a:t>vailable account balance.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97042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ortfolio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It mainly focused on both,</a:t>
            </a:r>
          </a:p>
          <a:p>
            <a:pPr marL="0" indent="0">
              <a:buNone/>
            </a:pPr>
            <a:r>
              <a:rPr lang="en-US" dirty="0" smtClean="0"/>
              <a:t>                    1.Investments</a:t>
            </a:r>
          </a:p>
          <a:p>
            <a:pPr marL="0" indent="0">
              <a:buNone/>
            </a:pPr>
            <a:r>
              <a:rPr lang="en-US" dirty="0" smtClean="0"/>
              <a:t>                    2.Transcations.</a:t>
            </a:r>
          </a:p>
          <a:p>
            <a:pPr marL="0" indent="0">
              <a:buNone/>
            </a:pPr>
            <a:r>
              <a:rPr lang="en-US" b="1" dirty="0" smtClean="0"/>
              <a:t>INVESTMENTS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uses FIFO method to compute gain for stocks and mutual funds.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and existing accounts can be added.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    </a:t>
            </a:r>
            <a:r>
              <a:rPr lang="en-US" dirty="0" smtClean="0"/>
              <a:t>It can import list of investments from a CSV file.</a:t>
            </a:r>
          </a:p>
          <a:p>
            <a:pPr marL="0" indent="0">
              <a:buNone/>
            </a:pPr>
            <a:r>
              <a:rPr lang="en-US" b="1" dirty="0" smtClean="0"/>
              <a:t>TRANSCATIONS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    </a:t>
            </a:r>
            <a:r>
              <a:rPr lang="en-US" dirty="0" smtClean="0"/>
              <a:t>It doesn’t allow specific number of shares directly instead of all operations with stock</a:t>
            </a:r>
            <a:r>
              <a:rPr lang="en-US" b="1" dirty="0"/>
              <a:t> </a:t>
            </a:r>
            <a:r>
              <a:rPr lang="en-US" dirty="0" smtClean="0"/>
              <a:t>must be done through transactions.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    </a:t>
            </a:r>
            <a:r>
              <a:rPr lang="en-US" dirty="0" smtClean="0"/>
              <a:t>Number of shares times unit price and commission paid are displayed in each transactions. </a:t>
            </a:r>
            <a:r>
              <a:rPr lang="en-US" b="1" dirty="0" smtClean="0"/>
              <a:t>             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b="1" i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8589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Banks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page allows to modify bank information, add new banks, delete </a:t>
            </a:r>
            <a:r>
              <a:rPr lang="en-US" dirty="0" smtClean="0"/>
              <a:t>existing </a:t>
            </a:r>
            <a:r>
              <a:rPr lang="en-US" dirty="0"/>
              <a:t>banks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reality most user are using 3 to 4 banks, so you might get rid of all the unused banks.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29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Payees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834" y="1542289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It is a company or person that takes your money or gives you money.</a:t>
            </a:r>
          </a:p>
          <a:p>
            <a:r>
              <a:rPr lang="en-US" dirty="0" smtClean="0"/>
              <a:t>It </a:t>
            </a:r>
            <a:r>
              <a:rPr lang="en-US" dirty="0"/>
              <a:t>allows to modify information about the existing payees, add new payees and delete payees that are no longer </a:t>
            </a:r>
            <a:r>
              <a:rPr lang="en-US" dirty="0" smtClean="0"/>
              <a:t>needed.</a:t>
            </a:r>
          </a:p>
          <a:p>
            <a:r>
              <a:rPr lang="en-US" dirty="0" smtClean="0"/>
              <a:t>Every payee can be in active and inactive states.</a:t>
            </a:r>
          </a:p>
          <a:p>
            <a:r>
              <a:rPr lang="en-US" dirty="0" smtClean="0"/>
              <a:t>Unused payee account can be deleted.</a:t>
            </a:r>
          </a:p>
          <a:p>
            <a:r>
              <a:rPr lang="en-US" dirty="0"/>
              <a:t>Sometimes you use different names for the same payee, it results in creation of almost identical payees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Use merge option to replace one or many payees with another payee in all of the existing transactions, import rules and recurring bills/deposits.</a:t>
            </a:r>
          </a:p>
          <a:p>
            <a:r>
              <a:rPr lang="en-US" dirty="0" smtClean="0"/>
              <a:t>Reports of payee option displays all expenses and income received from selected payees.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103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ategories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defines a class of spending or income.</a:t>
            </a:r>
          </a:p>
          <a:p>
            <a:r>
              <a:rPr lang="en-US" dirty="0"/>
              <a:t>This page allows to add, delete and change existing categories.</a:t>
            </a:r>
          </a:p>
          <a:p>
            <a:r>
              <a:rPr lang="en-US" dirty="0" smtClean="0"/>
              <a:t>Budget limit categories is important because it can easy to set up the limits for that periods.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628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designed for keeping a schedule for recurring bills and deposits.</a:t>
            </a:r>
          </a:p>
          <a:p>
            <a:r>
              <a:rPr lang="en-US" dirty="0"/>
              <a:t>There are two tabs on the Schedule page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1. </a:t>
            </a:r>
            <a:r>
              <a:rPr lang="en-US" b="1" dirty="0" smtClean="0"/>
              <a:t>Schedule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2. </a:t>
            </a:r>
            <a:r>
              <a:rPr lang="en-US" b="1" dirty="0"/>
              <a:t>Calendar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SCHEDULE</a:t>
            </a:r>
          </a:p>
          <a:p>
            <a:r>
              <a:rPr lang="en-US" dirty="0" smtClean="0"/>
              <a:t>It contains a list of the future transactions.</a:t>
            </a:r>
          </a:p>
          <a:p>
            <a:pPr marL="0" indent="0">
              <a:buNone/>
            </a:pPr>
            <a:r>
              <a:rPr lang="en-US" b="1" dirty="0" smtClean="0"/>
              <a:t>CALENDAR</a:t>
            </a:r>
          </a:p>
          <a:p>
            <a:r>
              <a:rPr lang="en-US" dirty="0" smtClean="0"/>
              <a:t>It view </a:t>
            </a:r>
            <a:r>
              <a:rPr lang="en-US" dirty="0"/>
              <a:t>showing the future bills/deposits by days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b="1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46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eports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1596980"/>
            <a:ext cx="10709856" cy="4579983"/>
          </a:xfrm>
        </p:spPr>
        <p:txBody>
          <a:bodyPr>
            <a:noAutofit/>
          </a:bodyPr>
          <a:lstStyle/>
          <a:p>
            <a:r>
              <a:rPr lang="en-US" sz="2000" dirty="0" smtClean="0"/>
              <a:t>Ace Money </a:t>
            </a:r>
            <a:r>
              <a:rPr lang="en-US" sz="2000" dirty="0"/>
              <a:t>is capable of generating the following types of reports:</a:t>
            </a:r>
          </a:p>
          <a:p>
            <a:pPr marL="0" indent="0">
              <a:buNone/>
            </a:pPr>
            <a:r>
              <a:rPr lang="en-US" sz="2000" b="1" dirty="0"/>
              <a:t>General reports:</a:t>
            </a:r>
            <a:endParaRPr lang="en-US" sz="2000" dirty="0"/>
          </a:p>
          <a:p>
            <a:r>
              <a:rPr lang="en-US" sz="2000" dirty="0"/>
              <a:t>Cash flow </a:t>
            </a:r>
            <a:r>
              <a:rPr lang="en-US" sz="2000" dirty="0" smtClean="0"/>
              <a:t>reports(starts your expenses tracking)</a:t>
            </a:r>
            <a:endParaRPr lang="en-US" sz="2000" dirty="0"/>
          </a:p>
          <a:p>
            <a:r>
              <a:rPr lang="en-US" sz="2000" dirty="0"/>
              <a:t>Last 30 days </a:t>
            </a:r>
            <a:r>
              <a:rPr lang="en-US" sz="2000" dirty="0" smtClean="0"/>
              <a:t>transactions</a:t>
            </a:r>
            <a:endParaRPr lang="en-US" sz="2000" dirty="0"/>
          </a:p>
          <a:p>
            <a:r>
              <a:rPr lang="en-US" sz="2000" dirty="0" smtClean="0"/>
              <a:t>Spending </a:t>
            </a:r>
            <a:r>
              <a:rPr lang="en-US" sz="2000" dirty="0"/>
              <a:t>by account </a:t>
            </a:r>
            <a:r>
              <a:rPr lang="en-US" sz="2000" dirty="0" smtClean="0"/>
              <a:t>(how much money was spend)</a:t>
            </a:r>
            <a:endParaRPr lang="en-US" sz="2000" dirty="0"/>
          </a:p>
          <a:p>
            <a:r>
              <a:rPr lang="en-US" sz="2000" dirty="0"/>
              <a:t>Transactions by criteria </a:t>
            </a:r>
          </a:p>
          <a:p>
            <a:pPr marL="0" indent="0">
              <a:buNone/>
            </a:pPr>
            <a:r>
              <a:rPr lang="en-US" sz="2000" b="1" dirty="0"/>
              <a:t>Category reports:</a:t>
            </a:r>
            <a:endParaRPr lang="en-US" sz="2000" dirty="0"/>
          </a:p>
          <a:p>
            <a:r>
              <a:rPr lang="en-US" sz="2000" dirty="0" smtClean="0"/>
              <a:t>Spending </a:t>
            </a:r>
            <a:r>
              <a:rPr lang="en-US" sz="2000" dirty="0"/>
              <a:t>by categories </a:t>
            </a:r>
            <a:r>
              <a:rPr lang="en-US" sz="2000" dirty="0" smtClean="0"/>
              <a:t>(how </a:t>
            </a:r>
            <a:r>
              <a:rPr lang="en-US" sz="2000" dirty="0"/>
              <a:t>much money was spent for the given category or payee on that specific </a:t>
            </a:r>
            <a:r>
              <a:rPr lang="en-US" sz="2000" dirty="0" smtClean="0"/>
              <a:t>account)</a:t>
            </a:r>
          </a:p>
          <a:p>
            <a:r>
              <a:rPr lang="en-US" sz="2000" dirty="0" smtClean="0"/>
              <a:t>Spending by subcategories </a:t>
            </a:r>
          </a:p>
          <a:p>
            <a:r>
              <a:rPr lang="en-US" sz="2000" dirty="0" smtClean="0"/>
              <a:t>Monthly Spending </a:t>
            </a:r>
            <a:r>
              <a:rPr lang="en-US" sz="2000" dirty="0"/>
              <a:t>by categories </a:t>
            </a:r>
          </a:p>
          <a:p>
            <a:r>
              <a:rPr lang="en-US" sz="2000" dirty="0"/>
              <a:t>Monthly </a:t>
            </a:r>
            <a:r>
              <a:rPr lang="en-US" sz="2000" dirty="0" smtClean="0"/>
              <a:t>Spending </a:t>
            </a:r>
            <a:r>
              <a:rPr lang="en-US" sz="2000" dirty="0"/>
              <a:t>by subcategories </a:t>
            </a:r>
          </a:p>
          <a:p>
            <a:pPr marL="0" indent="0">
              <a:buNone/>
            </a:pPr>
            <a:r>
              <a:rPr lang="en-US" sz="2000" b="1" dirty="0"/>
              <a:t>Payee reports:</a:t>
            </a:r>
            <a:endParaRPr lang="en-US" sz="2000" dirty="0"/>
          </a:p>
          <a:p>
            <a:r>
              <a:rPr lang="en-US" sz="2000" dirty="0" smtClean="0"/>
              <a:t>Spending </a:t>
            </a:r>
            <a:r>
              <a:rPr lang="en-US" sz="2000" dirty="0"/>
              <a:t>by payees </a:t>
            </a:r>
          </a:p>
          <a:p>
            <a:r>
              <a:rPr lang="en-US" sz="2000" dirty="0"/>
              <a:t>Monthly </a:t>
            </a:r>
            <a:r>
              <a:rPr lang="en-US" sz="2000" dirty="0" smtClean="0"/>
              <a:t>Spending </a:t>
            </a:r>
            <a:r>
              <a:rPr lang="en-US" sz="2000" dirty="0"/>
              <a:t>by payees </a:t>
            </a:r>
          </a:p>
          <a:p>
            <a:pPr marL="0" indent="0">
              <a:buNone/>
            </a:pPr>
            <a:r>
              <a:rPr lang="en-US" sz="2000" b="1" dirty="0"/>
              <a:t>Budget reports:</a:t>
            </a:r>
            <a:endParaRPr lang="en-US" sz="2000" dirty="0"/>
          </a:p>
          <a:p>
            <a:r>
              <a:rPr lang="en-US" sz="2000" dirty="0"/>
              <a:t>Budget by categories </a:t>
            </a:r>
          </a:p>
          <a:p>
            <a:r>
              <a:rPr lang="en-US" sz="2000" dirty="0"/>
              <a:t>Budget by subcategories </a:t>
            </a:r>
          </a:p>
          <a:p>
            <a:pPr marL="0" indent="0">
              <a:buNone/>
            </a:pPr>
            <a:r>
              <a:rPr lang="en-US" sz="2000" b="1" dirty="0"/>
              <a:t>Investment reports:</a:t>
            </a:r>
            <a:endParaRPr lang="en-US" sz="2000" dirty="0"/>
          </a:p>
          <a:p>
            <a:r>
              <a:rPr lang="en-US" sz="2000" dirty="0"/>
              <a:t>Performance by investments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889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633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EXPENDITURE SOFTWARE</vt:lpstr>
      <vt:lpstr>                               Scope</vt:lpstr>
      <vt:lpstr>PowerPoint Presentation</vt:lpstr>
      <vt:lpstr>  Modules</vt:lpstr>
      <vt:lpstr>Module description</vt:lpstr>
      <vt:lpstr>Portfolio</vt:lpstr>
      <vt:lpstr>Banks</vt:lpstr>
      <vt:lpstr>Payees</vt:lpstr>
      <vt:lpstr>Categories</vt:lpstr>
      <vt:lpstr>Schedule</vt:lpstr>
      <vt:lpstr>Reports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 value</dc:title>
  <dc:creator>HP i5 Pavillion</dc:creator>
  <cp:lastModifiedBy>HP i5 Pavillion</cp:lastModifiedBy>
  <cp:revision>61</cp:revision>
  <dcterms:created xsi:type="dcterms:W3CDTF">2020-08-16T19:11:31Z</dcterms:created>
  <dcterms:modified xsi:type="dcterms:W3CDTF">2020-08-18T19:14:34Z</dcterms:modified>
</cp:coreProperties>
</file>