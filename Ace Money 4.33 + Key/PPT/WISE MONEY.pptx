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1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AAFAC-FA10-47CE-8BB1-B8931F64F838}" type="datetimeFigureOut">
              <a:rPr lang="en-US" smtClean="0"/>
              <a:pPr/>
              <a:t>19-Aug-20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48134-7A5A-466E-B4F2-A42539CDB2D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WISE MONEY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Scope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financial software is a web based application.</a:t>
            </a:r>
          </a:p>
          <a:p>
            <a:r>
              <a:rPr lang="en-US" dirty="0" smtClean="0"/>
              <a:t>It is </a:t>
            </a:r>
            <a:r>
              <a:rPr lang="en-US" dirty="0" smtClean="0"/>
              <a:t>used to manage </a:t>
            </a:r>
            <a:r>
              <a:rPr lang="en-US" dirty="0" smtClean="0"/>
              <a:t>the users </a:t>
            </a:r>
            <a:r>
              <a:rPr lang="en-US" smtClean="0"/>
              <a:t>financial </a:t>
            </a:r>
            <a:r>
              <a:rPr lang="en-US" smtClean="0"/>
              <a:t>transactions.</a:t>
            </a:r>
            <a:endParaRPr lang="en-US" dirty="0" smtClean="0"/>
          </a:p>
          <a:p>
            <a:r>
              <a:rPr lang="en-US" dirty="0" smtClean="0"/>
              <a:t>The user can also save their various investments in this portfolio for their future reference.</a:t>
            </a:r>
          </a:p>
          <a:p>
            <a:r>
              <a:rPr lang="en-US" dirty="0" smtClean="0"/>
              <a:t>The user can easily manage the payee information to whom they pay the money.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/>
          <a:lstStyle/>
          <a:p>
            <a:r>
              <a:rPr lang="en-US" dirty="0" smtClean="0"/>
              <a:t>This software can update the Indian currency value equivalent to other currency.</a:t>
            </a:r>
          </a:p>
          <a:p>
            <a:r>
              <a:rPr lang="en-US" dirty="0" smtClean="0"/>
              <a:t>The user can also schedule their transaction for the payee, so that it act as a reminder.</a:t>
            </a:r>
          </a:p>
          <a:p>
            <a:r>
              <a:rPr lang="en-US" dirty="0" smtClean="0"/>
              <a:t>The user can modify the module at anytime.</a:t>
            </a:r>
          </a:p>
          <a:p>
            <a:r>
              <a:rPr lang="en-US" dirty="0" smtClean="0"/>
              <a:t>The user can add a new detail and can edit/delete the existing one.</a:t>
            </a:r>
          </a:p>
          <a:p>
            <a:r>
              <a:rPr lang="en-US" dirty="0" smtClean="0"/>
              <a:t>All the information are stored in the report format, the viewer can look it at any time.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ACCOUNTS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PORTFOLIO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BANKS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PAYEES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CATEGORIES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SCHEDULE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REPORTS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ACCOUNTS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shows our entire transaction details.</a:t>
            </a:r>
          </a:p>
          <a:p>
            <a:r>
              <a:rPr lang="en-US" dirty="0" smtClean="0"/>
              <a:t>We can create a new account, modify/delete the existing one.</a:t>
            </a:r>
          </a:p>
          <a:p>
            <a:r>
              <a:rPr lang="en-US" dirty="0" smtClean="0"/>
              <a:t>It shows/hide:</a:t>
            </a:r>
          </a:p>
          <a:p>
            <a:pPr>
              <a:buNone/>
            </a:pPr>
            <a:r>
              <a:rPr lang="en-US" dirty="0" smtClean="0"/>
              <a:t>            Active account,</a:t>
            </a:r>
          </a:p>
          <a:p>
            <a:pPr>
              <a:buNone/>
            </a:pPr>
            <a:r>
              <a:rPr lang="en-US" dirty="0" smtClean="0"/>
              <a:t>            Closed account,</a:t>
            </a:r>
          </a:p>
          <a:p>
            <a:pPr>
              <a:buNone/>
            </a:pPr>
            <a:r>
              <a:rPr lang="en-US" dirty="0" smtClean="0"/>
              <a:t>            Account balance.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PORTFOLIO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portfolio, we can track our investment in various sectors.</a:t>
            </a:r>
          </a:p>
          <a:p>
            <a:r>
              <a:rPr lang="en-US" dirty="0" smtClean="0"/>
              <a:t>We can monitor our investment and transactions here.</a:t>
            </a:r>
          </a:p>
          <a:p>
            <a:r>
              <a:rPr lang="en-US" dirty="0" smtClean="0"/>
              <a:t>It allows us to add, delete and update our investments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Banks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page shows the list of banks available.</a:t>
            </a:r>
          </a:p>
          <a:p>
            <a:r>
              <a:rPr lang="en-US" dirty="0" smtClean="0"/>
              <a:t>We can create a new account from the list, modify an existing one or delete the unused.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Payees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page contains a list of all payees and payers.</a:t>
            </a:r>
          </a:p>
          <a:p>
            <a:r>
              <a:rPr lang="en-US" dirty="0" smtClean="0"/>
              <a:t>It enables us to separate active and inactive payees.</a:t>
            </a:r>
          </a:p>
          <a:p>
            <a:r>
              <a:rPr lang="en-US" dirty="0" smtClean="0"/>
              <a:t>We can add/delete/merge any payee at anytime.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Categories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helps us to keep our eye on the money flow.</a:t>
            </a:r>
          </a:p>
          <a:p>
            <a:r>
              <a:rPr lang="en-US" dirty="0" smtClean="0"/>
              <a:t>We can add, delete and change existing categories.</a:t>
            </a:r>
          </a:p>
          <a:p>
            <a:r>
              <a:rPr lang="en-US" dirty="0" smtClean="0"/>
              <a:t>We can set our budget period by entering in proper </a:t>
            </a:r>
            <a:r>
              <a:rPr lang="en-US" dirty="0" err="1" smtClean="0"/>
              <a:t>categorywise</a:t>
            </a:r>
            <a:r>
              <a:rPr lang="en-US" dirty="0" smtClean="0"/>
              <a:t>. 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Schedule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acts as a reminder to remind us the time to pay our bills.</a:t>
            </a:r>
          </a:p>
          <a:p>
            <a:r>
              <a:rPr lang="en-US" dirty="0" smtClean="0"/>
              <a:t>We can track the record of old and upcoming payments through the </a:t>
            </a:r>
            <a:r>
              <a:rPr lang="en-US" dirty="0" err="1" smtClean="0"/>
              <a:t>calender</a:t>
            </a:r>
            <a:r>
              <a:rPr lang="en-US" dirty="0" smtClean="0"/>
              <a:t> option.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Reports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shows a complete report of our expenses and income throughout the whole month since we entered in the software.</a:t>
            </a:r>
          </a:p>
          <a:p>
            <a:r>
              <a:rPr lang="en-US" dirty="0" smtClean="0"/>
              <a:t>We can view it through table and diagrams.</a:t>
            </a:r>
          </a:p>
          <a:p>
            <a:r>
              <a:rPr lang="en-US" dirty="0" smtClean="0"/>
              <a:t>It allows us to filter by various categories and date.  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370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WISE MONEY</vt:lpstr>
      <vt:lpstr>Scope</vt:lpstr>
      <vt:lpstr>Slide 3</vt:lpstr>
      <vt:lpstr>MODULE</vt:lpstr>
      <vt:lpstr>ACCOUNTS</vt:lpstr>
      <vt:lpstr>PORTFOLIO</vt:lpstr>
      <vt:lpstr>Banks</vt:lpstr>
      <vt:lpstr>Payees</vt:lpstr>
      <vt:lpstr>Categories</vt:lpstr>
      <vt:lpstr>Schedule</vt:lpstr>
      <vt:lpstr>Reports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WISE MONEY</dc:title>
  <dc:creator>welcome</dc:creator>
  <cp:lastModifiedBy>SYLIXPRO7</cp:lastModifiedBy>
  <cp:revision>29</cp:revision>
  <dcterms:created xsi:type="dcterms:W3CDTF">2020-08-17T18:37:18Z</dcterms:created>
  <dcterms:modified xsi:type="dcterms:W3CDTF">2020-08-19T06:38:21Z</dcterms:modified>
</cp:coreProperties>
</file>